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258" r:id="rId2"/>
  </p:sldIdLst>
  <p:sldSz cx="25199975" cy="14400213"/>
  <p:notesSz cx="6858000" cy="9144000"/>
  <p:custDataLst>
    <p:tags r:id="rId4"/>
  </p:custDataLst>
  <p:defaultTextStyle>
    <a:defPPr>
      <a:defRPr lang="zh-CN"/>
    </a:defPPr>
    <a:lvl1pPr marL="0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99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296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395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494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594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693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790" algn="l" defTabSz="914199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5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7FF"/>
    <a:srgbClr val="FFFFFF"/>
    <a:srgbClr val="CCFFCC"/>
    <a:srgbClr val="C8EEB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 autoAdjust="0"/>
    <p:restoredTop sz="96349" autoAdjust="0"/>
  </p:normalViewPr>
  <p:slideViewPr>
    <p:cSldViewPr snapToGrid="0" showGuides="1">
      <p:cViewPr varScale="1">
        <p:scale>
          <a:sx n="55" d="100"/>
          <a:sy n="55" d="100"/>
        </p:scale>
        <p:origin x="438" y="96"/>
      </p:cViewPr>
      <p:guideLst>
        <p:guide orient="horz" pos="4605"/>
        <p:guide pos="79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胡 文豪" userId="eeeeac51d94f4396" providerId="LiveId" clId="{DDCE1E55-BD25-492C-8D06-6D640FFB4289}"/>
    <pc:docChg chg="undo redo custSel addSld modSld">
      <pc:chgData name="胡 文豪" userId="eeeeac51d94f4396" providerId="LiveId" clId="{DDCE1E55-BD25-492C-8D06-6D640FFB4289}" dt="2026-05-04T16:09:44.404" v="727" actId="20577"/>
      <pc:docMkLst>
        <pc:docMk/>
      </pc:docMkLst>
      <pc:sldChg chg="modSp mod">
        <pc:chgData name="胡 文豪" userId="eeeeac51d94f4396" providerId="LiveId" clId="{DDCE1E55-BD25-492C-8D06-6D640FFB4289}" dt="2026-05-04T02:32:21.156" v="1" actId="14100"/>
        <pc:sldMkLst>
          <pc:docMk/>
          <pc:sldMk cId="1372323168" sldId="264"/>
        </pc:sldMkLst>
        <pc:spChg chg="mod">
          <ac:chgData name="胡 文豪" userId="eeeeac51d94f4396" providerId="LiveId" clId="{DDCE1E55-BD25-492C-8D06-6D640FFB4289}" dt="2026-05-04T02:32:21.156" v="1" actId="14100"/>
          <ac:spMkLst>
            <pc:docMk/>
            <pc:sldMk cId="1372323168" sldId="264"/>
            <ac:spMk id="12" creationId="{50A77075-E9CC-40A6-9963-67895C692D14}"/>
          </ac:spMkLst>
        </pc:spChg>
      </pc:sldChg>
      <pc:sldChg chg="modSp mod">
        <pc:chgData name="胡 文豪" userId="eeeeac51d94f4396" providerId="LiveId" clId="{DDCE1E55-BD25-492C-8D06-6D640FFB4289}" dt="2026-05-04T14:46:59.670" v="700" actId="20577"/>
        <pc:sldMkLst>
          <pc:docMk/>
          <pc:sldMk cId="3043548141" sldId="265"/>
        </pc:sldMkLst>
        <pc:spChg chg="mod">
          <ac:chgData name="胡 文豪" userId="eeeeac51d94f4396" providerId="LiveId" clId="{DDCE1E55-BD25-492C-8D06-6D640FFB4289}" dt="2026-05-04T14:46:59.670" v="700" actId="20577"/>
          <ac:spMkLst>
            <pc:docMk/>
            <pc:sldMk cId="3043548141" sldId="265"/>
            <ac:spMk id="115" creationId="{703BA81C-17D3-412B-8E0E-E4996CFE8298}"/>
          </ac:spMkLst>
        </pc:spChg>
      </pc:sldChg>
      <pc:sldChg chg="addSp modSp add mod">
        <pc:chgData name="胡 文豪" userId="eeeeac51d94f4396" providerId="LiveId" clId="{DDCE1E55-BD25-492C-8D06-6D640FFB4289}" dt="2026-05-04T05:18:27.252" v="680" actId="1076"/>
        <pc:sldMkLst>
          <pc:docMk/>
          <pc:sldMk cId="289947025" sldId="280"/>
        </pc:sldMkLst>
        <pc:spChg chg="mod">
          <ac:chgData name="胡 文豪" userId="eeeeac51d94f4396" providerId="LiveId" clId="{DDCE1E55-BD25-492C-8D06-6D640FFB4289}" dt="2026-05-04T02:33:33.589" v="21" actId="255"/>
          <ac:spMkLst>
            <pc:docMk/>
            <pc:sldMk cId="289947025" sldId="280"/>
            <ac:spMk id="6" creationId="{E73CB772-493E-40F8-8A02-CD5C4AE1FD1A}"/>
          </ac:spMkLst>
        </pc:spChg>
        <pc:spChg chg="mod">
          <ac:chgData name="胡 文豪" userId="eeeeac51d94f4396" providerId="LiveId" clId="{DDCE1E55-BD25-492C-8D06-6D640FFB4289}" dt="2026-05-04T02:33:49.613" v="25" actId="404"/>
          <ac:spMkLst>
            <pc:docMk/>
            <pc:sldMk cId="289947025" sldId="280"/>
            <ac:spMk id="9" creationId="{CCB7A49F-9239-4A20-ACBD-397CDDF4C76A}"/>
          </ac:spMkLst>
        </pc:spChg>
        <pc:spChg chg="mod">
          <ac:chgData name="胡 文豪" userId="eeeeac51d94f4396" providerId="LiveId" clId="{DDCE1E55-BD25-492C-8D06-6D640FFB4289}" dt="2026-05-04T02:35:24.800" v="51" actId="14100"/>
          <ac:spMkLst>
            <pc:docMk/>
            <pc:sldMk cId="289947025" sldId="280"/>
            <ac:spMk id="12" creationId="{50A77075-E9CC-40A6-9963-67895C692D14}"/>
          </ac:spMkLst>
        </pc:spChg>
        <pc:spChg chg="mod">
          <ac:chgData name="胡 文豪" userId="eeeeac51d94f4396" providerId="LiveId" clId="{DDCE1E55-BD25-492C-8D06-6D640FFB4289}" dt="2026-05-04T02:33:59.749" v="28" actId="14100"/>
          <ac:spMkLst>
            <pc:docMk/>
            <pc:sldMk cId="289947025" sldId="280"/>
            <ac:spMk id="50" creationId="{A7E1389F-0147-4758-AE48-18420AC073A1}"/>
          </ac:spMkLst>
        </pc:spChg>
        <pc:spChg chg="mod">
          <ac:chgData name="胡 文豪" userId="eeeeac51d94f4396" providerId="LiveId" clId="{DDCE1E55-BD25-492C-8D06-6D640FFB4289}" dt="2026-05-04T02:33:52.181" v="26" actId="404"/>
          <ac:spMkLst>
            <pc:docMk/>
            <pc:sldMk cId="289947025" sldId="280"/>
            <ac:spMk id="52" creationId="{F12E3A11-F98E-4548-B325-841A4D79A48D}"/>
          </ac:spMkLst>
        </pc:spChg>
        <pc:spChg chg="mod">
          <ac:chgData name="胡 文豪" userId="eeeeac51d94f4396" providerId="LiveId" clId="{DDCE1E55-BD25-492C-8D06-6D640FFB4289}" dt="2026-05-04T02:33:38.547" v="22" actId="255"/>
          <ac:spMkLst>
            <pc:docMk/>
            <pc:sldMk cId="289947025" sldId="280"/>
            <ac:spMk id="53" creationId="{86FD2A99-8D79-4D48-97BF-40869276166D}"/>
          </ac:spMkLst>
        </pc:spChg>
        <pc:spChg chg="mod">
          <ac:chgData name="胡 文豪" userId="eeeeac51d94f4396" providerId="LiveId" clId="{DDCE1E55-BD25-492C-8D06-6D640FFB4289}" dt="2026-05-04T02:33:19.554" v="18"/>
          <ac:spMkLst>
            <pc:docMk/>
            <pc:sldMk cId="289947025" sldId="280"/>
            <ac:spMk id="54" creationId="{09E22FD1-E0BD-4F3C-830D-24FF6CA21911}"/>
          </ac:spMkLst>
        </pc:spChg>
        <pc:spChg chg="mod">
          <ac:chgData name="胡 文豪" userId="eeeeac51d94f4396" providerId="LiveId" clId="{DDCE1E55-BD25-492C-8D06-6D640FFB4289}" dt="2026-05-04T02:34:33.622" v="38" actId="1076"/>
          <ac:spMkLst>
            <pc:docMk/>
            <pc:sldMk cId="289947025" sldId="280"/>
            <ac:spMk id="57" creationId="{7AF5E4F4-F1D2-4692-9EAC-203958E2B5DC}"/>
          </ac:spMkLst>
        </pc:spChg>
        <pc:spChg chg="mod">
          <ac:chgData name="胡 文豪" userId="eeeeac51d94f4396" providerId="LiveId" clId="{DDCE1E55-BD25-492C-8D06-6D640FFB4289}" dt="2026-05-04T02:35:19.133" v="49" actId="14100"/>
          <ac:spMkLst>
            <pc:docMk/>
            <pc:sldMk cId="289947025" sldId="280"/>
            <ac:spMk id="58" creationId="{8C0C8872-AD61-48FD-9F0B-C1F9A64A93E8}"/>
          </ac:spMkLst>
        </pc:spChg>
        <pc:spChg chg="mod">
          <ac:chgData name="胡 文豪" userId="eeeeac51d94f4396" providerId="LiveId" clId="{DDCE1E55-BD25-492C-8D06-6D640FFB4289}" dt="2026-05-04T03:22:57.780" v="613" actId="20577"/>
          <ac:spMkLst>
            <pc:docMk/>
            <pc:sldMk cId="289947025" sldId="280"/>
            <ac:spMk id="60" creationId="{5B5410EE-9DDA-4B62-B484-3A7EB5ECC7FB}"/>
          </ac:spMkLst>
        </pc:spChg>
        <pc:spChg chg="mod">
          <ac:chgData name="胡 文豪" userId="eeeeac51d94f4396" providerId="LiveId" clId="{DDCE1E55-BD25-492C-8D06-6D640FFB4289}" dt="2026-05-04T03:31:36.523" v="679" actId="14100"/>
          <ac:spMkLst>
            <pc:docMk/>
            <pc:sldMk cId="289947025" sldId="280"/>
            <ac:spMk id="62" creationId="{00000000-0000-0000-0000-000000000000}"/>
          </ac:spMkLst>
        </pc:spChg>
        <pc:spChg chg="mod">
          <ac:chgData name="胡 文豪" userId="eeeeac51d94f4396" providerId="LiveId" clId="{DDCE1E55-BD25-492C-8D06-6D640FFB4289}" dt="2026-05-04T02:39:41.471" v="70"/>
          <ac:spMkLst>
            <pc:docMk/>
            <pc:sldMk cId="289947025" sldId="280"/>
            <ac:spMk id="63" creationId="{44DB8360-8015-4E67-9D35-B18B01662E79}"/>
          </ac:spMkLst>
        </pc:spChg>
        <pc:spChg chg="mod">
          <ac:chgData name="胡 文豪" userId="eeeeac51d94f4396" providerId="LiveId" clId="{DDCE1E55-BD25-492C-8D06-6D640FFB4289}" dt="2026-05-04T02:42:37.152" v="186"/>
          <ac:spMkLst>
            <pc:docMk/>
            <pc:sldMk cId="289947025" sldId="280"/>
            <ac:spMk id="64" creationId="{AE6CD99E-B92B-4036-9FFC-612D040FD4B1}"/>
          </ac:spMkLst>
        </pc:spChg>
        <pc:spChg chg="add mod">
          <ac:chgData name="胡 文豪" userId="eeeeac51d94f4396" providerId="LiveId" clId="{DDCE1E55-BD25-492C-8D06-6D640FFB4289}" dt="2026-05-04T02:43:44.876" v="205" actId="20577"/>
          <ac:spMkLst>
            <pc:docMk/>
            <pc:sldMk cId="289947025" sldId="280"/>
            <ac:spMk id="65" creationId="{2C6DD166-F02F-487B-AFA7-84A02BA9F6B4}"/>
          </ac:spMkLst>
        </pc:spChg>
        <pc:spChg chg="mod">
          <ac:chgData name="胡 文豪" userId="eeeeac51d94f4396" providerId="LiveId" clId="{DDCE1E55-BD25-492C-8D06-6D640FFB4289}" dt="2026-05-04T02:48:38.501" v="222"/>
          <ac:spMkLst>
            <pc:docMk/>
            <pc:sldMk cId="289947025" sldId="280"/>
            <ac:spMk id="68" creationId="{31F6244A-C4BE-4AA6-9A03-BE88DDA9B657}"/>
          </ac:spMkLst>
        </pc:spChg>
        <pc:spChg chg="mod">
          <ac:chgData name="胡 文豪" userId="eeeeac51d94f4396" providerId="LiveId" clId="{DDCE1E55-BD25-492C-8D06-6D640FFB4289}" dt="2026-05-04T02:55:22.738" v="388"/>
          <ac:spMkLst>
            <pc:docMk/>
            <pc:sldMk cId="289947025" sldId="280"/>
            <ac:spMk id="69" creationId="{F04A98E8-50DF-4A1F-9C3D-F41654C4445D}"/>
          </ac:spMkLst>
        </pc:spChg>
        <pc:spChg chg="mod">
          <ac:chgData name="胡 文豪" userId="eeeeac51d94f4396" providerId="LiveId" clId="{DDCE1E55-BD25-492C-8D06-6D640FFB4289}" dt="2026-05-04T02:48:38.501" v="222"/>
          <ac:spMkLst>
            <pc:docMk/>
            <pc:sldMk cId="289947025" sldId="280"/>
            <ac:spMk id="70" creationId="{0AC9547F-7771-4FE8-BBC7-31655EDBFD2B}"/>
          </ac:spMkLst>
        </pc:spChg>
        <pc:spChg chg="mod">
          <ac:chgData name="胡 文豪" userId="eeeeac51d94f4396" providerId="LiveId" clId="{DDCE1E55-BD25-492C-8D06-6D640FFB4289}" dt="2026-05-04T03:01:02.480" v="588" actId="255"/>
          <ac:spMkLst>
            <pc:docMk/>
            <pc:sldMk cId="289947025" sldId="280"/>
            <ac:spMk id="71" creationId="{5C928D1F-0092-43BE-A90C-6E92DF296CFB}"/>
          </ac:spMkLst>
        </pc:spChg>
        <pc:spChg chg="mod">
          <ac:chgData name="胡 文豪" userId="eeeeac51d94f4396" providerId="LiveId" clId="{DDCE1E55-BD25-492C-8D06-6D640FFB4289}" dt="2026-05-04T02:59:22.696" v="571" actId="1076"/>
          <ac:spMkLst>
            <pc:docMk/>
            <pc:sldMk cId="289947025" sldId="280"/>
            <ac:spMk id="108" creationId="{A994695F-DF53-4933-8FC8-02A8232052D6}"/>
          </ac:spMkLst>
        </pc:spChg>
        <pc:spChg chg="mod">
          <ac:chgData name="胡 文豪" userId="eeeeac51d94f4396" providerId="LiveId" clId="{DDCE1E55-BD25-492C-8D06-6D640FFB4289}" dt="2026-05-04T02:59:00.992" v="566" actId="1076"/>
          <ac:spMkLst>
            <pc:docMk/>
            <pc:sldMk cId="289947025" sldId="280"/>
            <ac:spMk id="112" creationId="{FD56E2F0-887D-42AE-85D4-C555DE2ABB28}"/>
          </ac:spMkLst>
        </pc:spChg>
        <pc:spChg chg="mod">
          <ac:chgData name="胡 文豪" userId="eeeeac51d94f4396" providerId="LiveId" clId="{DDCE1E55-BD25-492C-8D06-6D640FFB4289}" dt="2026-05-04T03:26:04.342" v="642" actId="20578"/>
          <ac:spMkLst>
            <pc:docMk/>
            <pc:sldMk cId="289947025" sldId="280"/>
            <ac:spMk id="115" creationId="{703BA81C-17D3-412B-8E0E-E4996CFE8298}"/>
          </ac:spMkLst>
        </pc:spChg>
        <pc:spChg chg="mod">
          <ac:chgData name="胡 文豪" userId="eeeeac51d94f4396" providerId="LiveId" clId="{DDCE1E55-BD25-492C-8D06-6D640FFB4289}" dt="2026-05-04T03:26:04.342" v="642" actId="20578"/>
          <ac:spMkLst>
            <pc:docMk/>
            <pc:sldMk cId="289947025" sldId="280"/>
            <ac:spMk id="116" creationId="{2AFEA6DA-E23B-42DC-875D-932951217876}"/>
          </ac:spMkLst>
        </pc:spChg>
        <pc:spChg chg="mod">
          <ac:chgData name="胡 文豪" userId="eeeeac51d94f4396" providerId="LiveId" clId="{DDCE1E55-BD25-492C-8D06-6D640FFB4289}" dt="2026-05-04T03:27:22.164" v="678"/>
          <ac:spMkLst>
            <pc:docMk/>
            <pc:sldMk cId="289947025" sldId="280"/>
            <ac:spMk id="117" creationId="{10CC0638-3ED4-4D77-98AB-C89E17FEDB8F}"/>
          </ac:spMkLst>
        </pc:spChg>
        <pc:spChg chg="mod">
          <ac:chgData name="胡 文豪" userId="eeeeac51d94f4396" providerId="LiveId" clId="{DDCE1E55-BD25-492C-8D06-6D640FFB4289}" dt="2026-05-04T02:57:03.619" v="529" actId="20578"/>
          <ac:spMkLst>
            <pc:docMk/>
            <pc:sldMk cId="289947025" sldId="280"/>
            <ac:spMk id="120" creationId="{3F8AD695-EB4E-4F9B-808D-AE937AE4F69D}"/>
          </ac:spMkLst>
        </pc:spChg>
        <pc:spChg chg="mod">
          <ac:chgData name="胡 文豪" userId="eeeeac51d94f4396" providerId="LiveId" clId="{DDCE1E55-BD25-492C-8D06-6D640FFB4289}" dt="2026-05-04T02:57:03.619" v="529" actId="20578"/>
          <ac:spMkLst>
            <pc:docMk/>
            <pc:sldMk cId="289947025" sldId="280"/>
            <ac:spMk id="122" creationId="{BF4373A9-B070-4EFA-A2B1-634ED2C1D31B}"/>
          </ac:spMkLst>
        </pc:spChg>
        <pc:spChg chg="mod">
          <ac:chgData name="胡 文豪" userId="eeeeac51d94f4396" providerId="LiveId" clId="{DDCE1E55-BD25-492C-8D06-6D640FFB4289}" dt="2026-05-04T02:57:03.619" v="529" actId="20578"/>
          <ac:spMkLst>
            <pc:docMk/>
            <pc:sldMk cId="289947025" sldId="280"/>
            <ac:spMk id="123" creationId="{BA0A553E-60CF-4290-A2DF-271CAA850A60}"/>
          </ac:spMkLst>
        </pc:spChg>
        <pc:spChg chg="mod">
          <ac:chgData name="胡 文豪" userId="eeeeac51d94f4396" providerId="LiveId" clId="{DDCE1E55-BD25-492C-8D06-6D640FFB4289}" dt="2026-05-04T03:00:49.003" v="587" actId="255"/>
          <ac:spMkLst>
            <pc:docMk/>
            <pc:sldMk cId="289947025" sldId="280"/>
            <ac:spMk id="124" creationId="{6EE5FE15-7DF8-4218-BAF0-7BD5F89F7A5E}"/>
          </ac:spMkLst>
        </pc:spChg>
        <pc:spChg chg="mod">
          <ac:chgData name="胡 文豪" userId="eeeeac51d94f4396" providerId="LiveId" clId="{DDCE1E55-BD25-492C-8D06-6D640FFB4289}" dt="2026-05-04T02:54:17.615" v="345" actId="14100"/>
          <ac:spMkLst>
            <pc:docMk/>
            <pc:sldMk cId="289947025" sldId="280"/>
            <ac:spMk id="126" creationId="{2C5CD44A-511F-442F-B951-94E2B581B2D6}"/>
          </ac:spMkLst>
        </pc:spChg>
        <pc:spChg chg="mod">
          <ac:chgData name="胡 文豪" userId="eeeeac51d94f4396" providerId="LiveId" clId="{DDCE1E55-BD25-492C-8D06-6D640FFB4289}" dt="2026-05-04T02:54:14.689" v="344" actId="14100"/>
          <ac:spMkLst>
            <pc:docMk/>
            <pc:sldMk cId="289947025" sldId="280"/>
            <ac:spMk id="127" creationId="{72145B93-5A1E-4507-88F9-3A33724529C8}"/>
          </ac:spMkLst>
        </pc:spChg>
        <pc:spChg chg="mod">
          <ac:chgData name="胡 文豪" userId="eeeeac51d94f4396" providerId="LiveId" clId="{DDCE1E55-BD25-492C-8D06-6D640FFB4289}" dt="2026-05-04T02:54:12.195" v="343" actId="14100"/>
          <ac:spMkLst>
            <pc:docMk/>
            <pc:sldMk cId="289947025" sldId="280"/>
            <ac:spMk id="128" creationId="{58DEC48B-6EBC-46A1-BAFC-A654C13B72DC}"/>
          </ac:spMkLst>
        </pc:spChg>
        <pc:spChg chg="mod">
          <ac:chgData name="胡 文豪" userId="eeeeac51d94f4396" providerId="LiveId" clId="{DDCE1E55-BD25-492C-8D06-6D640FFB4289}" dt="2026-05-04T03:00:37.780" v="586" actId="255"/>
          <ac:spMkLst>
            <pc:docMk/>
            <pc:sldMk cId="289947025" sldId="280"/>
            <ac:spMk id="129" creationId="{DA18D7DD-49B6-4E17-997A-90B4F45FB700}"/>
          </ac:spMkLst>
        </pc:spChg>
        <pc:spChg chg="mod">
          <ac:chgData name="胡 文豪" userId="eeeeac51d94f4396" providerId="LiveId" clId="{DDCE1E55-BD25-492C-8D06-6D640FFB4289}" dt="2026-05-04T02:49:22.743" v="230" actId="14100"/>
          <ac:spMkLst>
            <pc:docMk/>
            <pc:sldMk cId="289947025" sldId="280"/>
            <ac:spMk id="130" creationId="{1F67F7D8-8DC3-44F1-8AB7-A7E2B00596CB}"/>
          </ac:spMkLst>
        </pc:spChg>
        <pc:spChg chg="mod">
          <ac:chgData name="胡 文豪" userId="eeeeac51d94f4396" providerId="LiveId" clId="{DDCE1E55-BD25-492C-8D06-6D640FFB4289}" dt="2026-05-04T02:59:05.156" v="567" actId="1076"/>
          <ac:spMkLst>
            <pc:docMk/>
            <pc:sldMk cId="289947025" sldId="280"/>
            <ac:spMk id="135" creationId="{A2CF1CE8-AFA5-4C3C-8C3B-C9C7B1C1BD4B}"/>
          </ac:spMkLst>
        </pc:spChg>
        <pc:spChg chg="mod">
          <ac:chgData name="胡 文豪" userId="eeeeac51d94f4396" providerId="LiveId" clId="{DDCE1E55-BD25-492C-8D06-6D640FFB4289}" dt="2026-05-04T02:59:10.337" v="568" actId="1076"/>
          <ac:spMkLst>
            <pc:docMk/>
            <pc:sldMk cId="289947025" sldId="280"/>
            <ac:spMk id="136" creationId="{EFFE759D-D90B-409B-9848-11DF9212E856}"/>
          </ac:spMkLst>
        </pc:spChg>
        <pc:grpChg chg="mod">
          <ac:chgData name="胡 文豪" userId="eeeeac51d94f4396" providerId="LiveId" clId="{DDCE1E55-BD25-492C-8D06-6D640FFB4289}" dt="2026-05-04T05:18:27.252" v="680" actId="1076"/>
          <ac:grpSpMkLst>
            <pc:docMk/>
            <pc:sldMk cId="289947025" sldId="280"/>
            <ac:grpSpMk id="3" creationId="{9EDAB62C-B733-42FC-A7F3-DF6B2DE07159}"/>
          </ac:grpSpMkLst>
        </pc:grpChg>
        <pc:grpChg chg="mod">
          <ac:chgData name="胡 文豪" userId="eeeeac51d94f4396" providerId="LiveId" clId="{DDCE1E55-BD25-492C-8D06-6D640FFB4289}" dt="2026-05-04T02:34:33.622" v="38" actId="1076"/>
          <ac:grpSpMkLst>
            <pc:docMk/>
            <pc:sldMk cId="289947025" sldId="280"/>
            <ac:grpSpMk id="5" creationId="{91E379D0-BB72-415A-97C8-082571441FA7}"/>
          </ac:grpSpMkLst>
        </pc:grpChg>
        <pc:grpChg chg="mod">
          <ac:chgData name="胡 文豪" userId="eeeeac51d94f4396" providerId="LiveId" clId="{DDCE1E55-BD25-492C-8D06-6D640FFB4289}" dt="2026-05-04T02:33:56.466" v="27" actId="14100"/>
          <ac:grpSpMkLst>
            <pc:docMk/>
            <pc:sldMk cId="289947025" sldId="280"/>
            <ac:grpSpMk id="13" creationId="{B64ED5DD-BB7F-4B09-9017-AC845094C4AF}"/>
          </ac:grpSpMkLst>
        </pc:grpChg>
        <pc:grpChg chg="add mod">
          <ac:chgData name="胡 文豪" userId="eeeeac51d94f4396" providerId="LiveId" clId="{DDCE1E55-BD25-492C-8D06-6D640FFB4289}" dt="2026-05-04T02:39:00.297" v="59" actId="1076"/>
          <ac:grpSpMkLst>
            <pc:docMk/>
            <pc:sldMk cId="289947025" sldId="280"/>
            <ac:grpSpMk id="49" creationId="{5887A4C4-0C69-41D3-A964-ACD5227F62C0}"/>
          </ac:grpSpMkLst>
        </pc:grpChg>
        <pc:grpChg chg="add mod">
          <ac:chgData name="胡 文豪" userId="eeeeac51d94f4396" providerId="LiveId" clId="{DDCE1E55-BD25-492C-8D06-6D640FFB4289}" dt="2026-05-04T03:21:46.522" v="595" actId="14100"/>
          <ac:grpSpMkLst>
            <pc:docMk/>
            <pc:sldMk cId="289947025" sldId="280"/>
            <ac:grpSpMk id="67" creationId="{2792DCA8-E1D6-4158-BDE4-75116D234854}"/>
          </ac:grpSpMkLst>
        </pc:grpChg>
        <pc:grpChg chg="mod">
          <ac:chgData name="胡 文豪" userId="eeeeac51d94f4396" providerId="LiveId" clId="{DDCE1E55-BD25-492C-8D06-6D640FFB4289}" dt="2026-05-04T03:26:04.342" v="642" actId="20578"/>
          <ac:grpSpMkLst>
            <pc:docMk/>
            <pc:sldMk cId="289947025" sldId="280"/>
            <ac:grpSpMk id="114" creationId="{71C7A708-CE77-47EB-8AC8-ABDB8527A4C4}"/>
          </ac:grpSpMkLst>
        </pc:grpChg>
        <pc:grpChg chg="mod">
          <ac:chgData name="胡 文豪" userId="eeeeac51d94f4396" providerId="LiveId" clId="{DDCE1E55-BD25-492C-8D06-6D640FFB4289}" dt="2026-05-04T03:01:17.120" v="591" actId="1076"/>
          <ac:grpSpMkLst>
            <pc:docMk/>
            <pc:sldMk cId="289947025" sldId="280"/>
            <ac:grpSpMk id="118" creationId="{ED02653F-60FB-4C49-9869-172FC0C2F60F}"/>
          </ac:grpSpMkLst>
        </pc:grpChg>
        <pc:grpChg chg="mod">
          <ac:chgData name="胡 文豪" userId="eeeeac51d94f4396" providerId="LiveId" clId="{DDCE1E55-BD25-492C-8D06-6D640FFB4289}" dt="2026-05-04T03:01:33.535" v="594" actId="1076"/>
          <ac:grpSpMkLst>
            <pc:docMk/>
            <pc:sldMk cId="289947025" sldId="280"/>
            <ac:grpSpMk id="125" creationId="{E33E8CE7-B894-4500-A687-85F7F512FDAD}"/>
          </ac:grpSpMkLst>
        </pc:grpChg>
        <pc:cxnChg chg="mod">
          <ac:chgData name="胡 文豪" userId="eeeeac51d94f4396" providerId="LiveId" clId="{DDCE1E55-BD25-492C-8D06-6D640FFB4289}" dt="2026-05-04T02:34:18.013" v="33" actId="1076"/>
          <ac:cxnSpMkLst>
            <pc:docMk/>
            <pc:sldMk cId="289947025" sldId="280"/>
            <ac:cxnSpMk id="56" creationId="{9074570A-FB3D-48DF-9F2F-87841CBA2C7E}"/>
          </ac:cxnSpMkLst>
        </pc:cxnChg>
        <pc:cxnChg chg="mod">
          <ac:chgData name="胡 文豪" userId="eeeeac51d94f4396" providerId="LiveId" clId="{DDCE1E55-BD25-492C-8D06-6D640FFB4289}" dt="2026-05-04T03:01:24.455" v="592" actId="1076"/>
          <ac:cxnSpMkLst>
            <pc:docMk/>
            <pc:sldMk cId="289947025" sldId="280"/>
            <ac:cxnSpMk id="61" creationId="{C4FBBA08-8E78-4892-AF0A-744AC26CA9F8}"/>
          </ac:cxnSpMkLst>
        </pc:cxnChg>
        <pc:cxnChg chg="add mod">
          <ac:chgData name="胡 文豪" userId="eeeeac51d94f4396" providerId="LiveId" clId="{DDCE1E55-BD25-492C-8D06-6D640FFB4289}" dt="2026-05-04T02:35:07.802" v="46" actId="1076"/>
          <ac:cxnSpMkLst>
            <pc:docMk/>
            <pc:sldMk cId="289947025" sldId="280"/>
            <ac:cxnSpMk id="66" creationId="{13E98A87-0DB3-4E8C-BD46-D3AAA8CBEB50}"/>
          </ac:cxnSpMkLst>
        </pc:cxnChg>
        <pc:cxnChg chg="add mod">
          <ac:chgData name="胡 文豪" userId="eeeeac51d94f4396" providerId="LiveId" clId="{DDCE1E55-BD25-492C-8D06-6D640FFB4289}" dt="2026-05-04T03:24:26.858" v="615" actId="1076"/>
          <ac:cxnSpMkLst>
            <pc:docMk/>
            <pc:sldMk cId="289947025" sldId="280"/>
            <ac:cxnSpMk id="72" creationId="{80A02EC4-6A66-4EB8-BFD4-AD16987A4E66}"/>
          </ac:cxnSpMkLst>
        </pc:cxnChg>
        <pc:cxnChg chg="add mod">
          <ac:chgData name="胡 文豪" userId="eeeeac51d94f4396" providerId="LiveId" clId="{DDCE1E55-BD25-492C-8D06-6D640FFB4289}" dt="2026-05-04T03:21:56.329" v="598" actId="1076"/>
          <ac:cxnSpMkLst>
            <pc:docMk/>
            <pc:sldMk cId="289947025" sldId="280"/>
            <ac:cxnSpMk id="73" creationId="{BBC959FD-77D8-426B-A052-18EA0DD478F2}"/>
          </ac:cxnSpMkLst>
        </pc:cxnChg>
        <pc:cxnChg chg="mod">
          <ac:chgData name="胡 文豪" userId="eeeeac51d94f4396" providerId="LiveId" clId="{DDCE1E55-BD25-492C-8D06-6D640FFB4289}" dt="2026-05-04T02:49:02.018" v="226" actId="1076"/>
          <ac:cxnSpMkLst>
            <pc:docMk/>
            <pc:sldMk cId="289947025" sldId="280"/>
            <ac:cxnSpMk id="140" creationId="{1F54C88F-D351-4506-8AD7-D4545CB473CD}"/>
          </ac:cxnSpMkLst>
        </pc:cxnChg>
        <pc:cxnChg chg="mod">
          <ac:chgData name="胡 文豪" userId="eeeeac51d94f4396" providerId="LiveId" clId="{DDCE1E55-BD25-492C-8D06-6D640FFB4289}" dt="2026-05-04T03:21:58.799" v="599" actId="1076"/>
          <ac:cxnSpMkLst>
            <pc:docMk/>
            <pc:sldMk cId="289947025" sldId="280"/>
            <ac:cxnSpMk id="141" creationId="{03B42DDD-90F6-4418-96A1-597C946F5F30}"/>
          </ac:cxnSpMkLst>
        </pc:cxnChg>
      </pc:sldChg>
      <pc:sldChg chg="modSp add mod">
        <pc:chgData name="胡 文豪" userId="eeeeac51d94f4396" providerId="LiveId" clId="{DDCE1E55-BD25-492C-8D06-6D640FFB4289}" dt="2026-05-04T16:09:44.404" v="727" actId="20577"/>
        <pc:sldMkLst>
          <pc:docMk/>
          <pc:sldMk cId="3466329875" sldId="281"/>
        </pc:sldMkLst>
        <pc:spChg chg="mod">
          <ac:chgData name="胡 文豪" userId="eeeeac51d94f4396" providerId="LiveId" clId="{DDCE1E55-BD25-492C-8D06-6D640FFB4289}" dt="2026-05-04T16:09:44.404" v="727" actId="20577"/>
          <ac:spMkLst>
            <pc:docMk/>
            <pc:sldMk cId="3466329875" sldId="281"/>
            <ac:spMk id="117" creationId="{10CC0638-3ED4-4D77-98AB-C89E17FEDB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66CC8-07FC-4E34-8FEE-81E2E66D847F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2FEE8-CC1A-4A46-BDEB-E5F5DFBC06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57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E8158-A051-4B8E-A8FB-A08251F8EF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163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572AF-1443-4977-9AEC-B744F9C4A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997" y="2356705"/>
            <a:ext cx="18899981" cy="5013407"/>
          </a:xfrm>
        </p:spPr>
        <p:txBody>
          <a:bodyPr anchor="b"/>
          <a:lstStyle>
            <a:lvl1pPr algn="ctr">
              <a:defRPr sz="1240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5736DB-BFEE-4B0A-B60F-C9BBB64CC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997" y="7563448"/>
            <a:ext cx="18899981" cy="3476717"/>
          </a:xfrm>
        </p:spPr>
        <p:txBody>
          <a:bodyPr/>
          <a:lstStyle>
            <a:lvl1pPr marL="0" indent="0" algn="ctr">
              <a:buNone/>
              <a:defRPr sz="4961"/>
            </a:lvl1pPr>
            <a:lvl2pPr marL="944987" indent="0" algn="ctr">
              <a:buNone/>
              <a:defRPr sz="4134"/>
            </a:lvl2pPr>
            <a:lvl3pPr marL="1889973" indent="0" algn="ctr">
              <a:buNone/>
              <a:defRPr sz="3720"/>
            </a:lvl3pPr>
            <a:lvl4pPr marL="2834960" indent="0" algn="ctr">
              <a:buNone/>
              <a:defRPr sz="3307"/>
            </a:lvl4pPr>
            <a:lvl5pPr marL="3779947" indent="0" algn="ctr">
              <a:buNone/>
              <a:defRPr sz="3307"/>
            </a:lvl5pPr>
            <a:lvl6pPr marL="4724933" indent="0" algn="ctr">
              <a:buNone/>
              <a:defRPr sz="3307"/>
            </a:lvl6pPr>
            <a:lvl7pPr marL="5669920" indent="0" algn="ctr">
              <a:buNone/>
              <a:defRPr sz="3307"/>
            </a:lvl7pPr>
            <a:lvl8pPr marL="6614907" indent="0" algn="ctr">
              <a:buNone/>
              <a:defRPr sz="3307"/>
            </a:lvl8pPr>
            <a:lvl9pPr marL="7559893" indent="0" algn="ctr">
              <a:buNone/>
              <a:defRPr sz="330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7C59FE-850D-40D3-A19C-019BE4DD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A7838-038A-4526-BC23-0390D9BF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98AC84-CE66-49F4-A209-AEEB427A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368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BB1C2-D176-495E-AA41-75C581B3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B368E-5449-4238-8B5F-7FD522A4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902915-6352-40F5-871E-AE2280D9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39514-433C-4C27-9A0E-13CBBBA9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EE245-A103-4EFD-B7A1-EB75D094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0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57874-B930-41A8-A5A2-0DD9ADA6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374" y="3590055"/>
            <a:ext cx="21734978" cy="5990088"/>
          </a:xfrm>
        </p:spPr>
        <p:txBody>
          <a:bodyPr anchor="b"/>
          <a:lstStyle>
            <a:lvl1pPr>
              <a:defRPr sz="1240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8BB580-0D92-4EF2-8AC2-EBD766505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374" y="9636811"/>
            <a:ext cx="21734978" cy="3150046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1pPr>
            <a:lvl2pPr marL="944987" indent="0">
              <a:buNone/>
              <a:defRPr sz="4134">
                <a:solidFill>
                  <a:schemeClr val="tx1">
                    <a:tint val="75000"/>
                  </a:schemeClr>
                </a:solidFill>
              </a:defRPr>
            </a:lvl2pPr>
            <a:lvl3pPr marL="1889973" indent="0">
              <a:buNone/>
              <a:defRPr sz="3720">
                <a:solidFill>
                  <a:schemeClr val="tx1">
                    <a:tint val="75000"/>
                  </a:schemeClr>
                </a:solidFill>
              </a:defRPr>
            </a:lvl3pPr>
            <a:lvl4pPr marL="283496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4pPr>
            <a:lvl5pPr marL="377994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5pPr>
            <a:lvl6pPr marL="472493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6pPr>
            <a:lvl7pPr marL="566992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7pPr>
            <a:lvl8pPr marL="661490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8pPr>
            <a:lvl9pPr marL="7559893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42D5A-DE82-4F22-8045-9B7D7E62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7AB9D-2665-4DA5-AEB0-1C019DB8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E6A665-D4AB-4AAB-A330-0F5A0185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14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78D86-4D96-45E0-B1B4-B121E0F7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D216C-4254-4E24-B31D-7688BA3E3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2498" y="3833392"/>
            <a:ext cx="1070998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8EBB5B-60BC-4BDC-B45F-5759CC7B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57489" y="3833392"/>
            <a:ext cx="1070998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0B2BA-66AD-48D2-8F7F-69F1D9F0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EDE7CD-7481-4BB3-9F9B-F034D0EB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D1680-3B42-44D6-B30C-9954386F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79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2F383-ADAC-4759-BB83-A2B1F8A4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2" y="766679"/>
            <a:ext cx="21734978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308E38-16BD-4998-A08F-19DD13EAA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781" y="3530055"/>
            <a:ext cx="10660770" cy="1730025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3BE6A0-EB91-402F-ADA6-A4DDB3037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5781" y="5260078"/>
            <a:ext cx="10660770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E799EA-B17A-4849-8CD9-0AF330C52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757487" y="3530055"/>
            <a:ext cx="10713272" cy="1730025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9397D-C852-4911-8B09-1EEA8F9B7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57487" y="5260078"/>
            <a:ext cx="10713272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F4D8F1-832D-4983-8191-EA684849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228BA6-FE93-4C7C-9430-DC6B35A5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EBC3CC-2D97-45C5-8745-06D1CF18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47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59C18-FEC6-45E1-8482-D47D81EED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3E2484-108A-47A3-B90D-C8E9FDD7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7A620C-E6C5-4A3D-BBE6-23C10EEE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DE13B4-B21E-4DDB-A203-3CE425C8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0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128DE7-AA8A-4987-91F3-78F5B1E10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5A84AC-3317-4BEE-9893-9285AD93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D1452-6023-47DB-8592-B2920DEF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85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A305E-DE8E-4B5F-A12F-7347DC84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3" y="960014"/>
            <a:ext cx="8127647" cy="3360050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5EECD-BD7B-4267-966E-612735092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3272" y="2073367"/>
            <a:ext cx="12757487" cy="10233485"/>
          </a:xfrm>
        </p:spPr>
        <p:txBody>
          <a:bodyPr/>
          <a:lstStyle>
            <a:lvl1pPr>
              <a:defRPr sz="6614"/>
            </a:lvl1pPr>
            <a:lvl2pPr>
              <a:defRPr sz="5787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7C7232-43AD-4489-8F63-4939844BB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3" y="4320066"/>
            <a:ext cx="8127647" cy="8003453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D5B3DD-9973-47C9-A790-CBE7A4D5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54D8E7-3DD9-46C1-A5F4-EE6D8DF0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0A3A5-AD1B-4B89-9C4A-3C37E810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DC025-A017-4508-92A9-038EA29E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783" y="960014"/>
            <a:ext cx="8127647" cy="3360050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07BED6-9D76-4160-B3EE-E7E9B339F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713272" y="2073367"/>
            <a:ext cx="12757487" cy="10233485"/>
          </a:xfrm>
        </p:spPr>
        <p:txBody>
          <a:bodyPr/>
          <a:lstStyle>
            <a:lvl1pPr marL="0" indent="0">
              <a:buNone/>
              <a:defRPr sz="6614"/>
            </a:lvl1pPr>
            <a:lvl2pPr marL="944987" indent="0">
              <a:buNone/>
              <a:defRPr sz="5787"/>
            </a:lvl2pPr>
            <a:lvl3pPr marL="1889973" indent="0">
              <a:buNone/>
              <a:defRPr sz="4961"/>
            </a:lvl3pPr>
            <a:lvl4pPr marL="2834960" indent="0">
              <a:buNone/>
              <a:defRPr sz="4134"/>
            </a:lvl4pPr>
            <a:lvl5pPr marL="3779947" indent="0">
              <a:buNone/>
              <a:defRPr sz="4134"/>
            </a:lvl5pPr>
            <a:lvl6pPr marL="4724933" indent="0">
              <a:buNone/>
              <a:defRPr sz="4134"/>
            </a:lvl6pPr>
            <a:lvl7pPr marL="5669920" indent="0">
              <a:buNone/>
              <a:defRPr sz="4134"/>
            </a:lvl7pPr>
            <a:lvl8pPr marL="6614907" indent="0">
              <a:buNone/>
              <a:defRPr sz="4134"/>
            </a:lvl8pPr>
            <a:lvl9pPr marL="7559893" indent="0">
              <a:buNone/>
              <a:defRPr sz="413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13A6AB-A6F3-4BF8-8BD4-00C441C94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783" y="4320066"/>
            <a:ext cx="8127647" cy="8003453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2A6723-8E11-470D-BF43-1EB6F73F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9C66F0-189E-4045-909E-24EB05C8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245AF5-6124-4F7F-9C5B-3EC78117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5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E9128-FC10-444C-BA2F-0EA8369A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91D254-3E66-4B25-AFF1-C8755F3AF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33106-9349-4B83-B370-1CCE5F88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DB49B-3963-4DC7-A71B-0DA347278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487C5-488E-48F2-923B-35CA34E4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09BB16-3145-42EA-8DA4-5B3365DE9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8033732" y="766680"/>
            <a:ext cx="54337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8E6E15-F317-45CA-9785-88F0FDB9A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32498" y="766680"/>
            <a:ext cx="15986234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01929C-CF9B-456B-A8D6-DFE5AA484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ED2D0B-40D0-4C17-9243-35B04536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3A9141-F1E5-4B2A-A09F-520A7A96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4E77C58-A5CD-4EA9-B78E-E32D370D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00" y="766679"/>
            <a:ext cx="21734978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B0BCF2-3E90-4EAF-81E0-3176F3128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2500" y="3833392"/>
            <a:ext cx="21734978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7B80FB-D699-40ED-A424-4B3352AB0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2499" y="13346865"/>
            <a:ext cx="566999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B3082-972B-4BBE-8651-87652ECA1EAC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3C178-02DB-497E-BC45-4B162BC4E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47493" y="13346865"/>
            <a:ext cx="850499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94CC5-E07C-4BCE-A561-36C9F4A61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97483" y="13346865"/>
            <a:ext cx="566999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39F6-C08A-4F43-8BE7-254AC8CC0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51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89973" rtl="0" eaLnBrk="1" latinLnBrk="0" hangingPunct="1">
        <a:lnSpc>
          <a:spcPct val="90000"/>
        </a:lnSpc>
        <a:spcBef>
          <a:spcPct val="0"/>
        </a:spcBef>
        <a:buNone/>
        <a:defRPr sz="90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93" indent="-472493" algn="l" defTabSz="1889973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48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36246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3pPr>
      <a:lvl4pPr marL="330745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44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742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241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740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238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98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97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96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94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93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92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90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89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905D839-C80C-4C19-AA95-E118404A681E}"/>
              </a:ext>
            </a:extLst>
          </p:cNvPr>
          <p:cNvSpPr/>
          <p:nvPr/>
        </p:nvSpPr>
        <p:spPr>
          <a:xfrm>
            <a:off x="2556354" y="4765518"/>
            <a:ext cx="5971751" cy="1669558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18" dirty="0">
              <a:solidFill>
                <a:schemeClr val="tx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F4FDAE0-A82F-4311-82F0-282AF160C16C}"/>
              </a:ext>
            </a:extLst>
          </p:cNvPr>
          <p:cNvSpPr/>
          <p:nvPr/>
        </p:nvSpPr>
        <p:spPr>
          <a:xfrm>
            <a:off x="2556358" y="1016225"/>
            <a:ext cx="6013472" cy="825374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66D96340-C8CE-4088-9889-0456E341F023}"/>
                  </a:ext>
                </a:extLst>
              </p:cNvPr>
              <p:cNvSpPr/>
              <p:nvPr/>
            </p:nvSpPr>
            <p:spPr>
              <a:xfrm>
                <a:off x="2535497" y="2748344"/>
                <a:ext cx="6013474" cy="959833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718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构建增广拉格朗日函数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lang="zh-CN" altLang="en-US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𝜌</m:t>
                        </m:r>
                      </m:sub>
                    </m:sSub>
                  </m:oMath>
                </a14:m>
                <a:endParaRPr lang="zh-CN" altLang="en-US" sz="3718" i="1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66D96340-C8CE-4088-9889-0456E341F0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97" y="2748344"/>
                <a:ext cx="6013474" cy="959833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b="-251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F14ECFE-E438-45C6-876F-1995054A22E5}"/>
              </a:ext>
            </a:extLst>
          </p:cNvPr>
          <p:cNvSpPr/>
          <p:nvPr/>
        </p:nvSpPr>
        <p:spPr>
          <a:xfrm>
            <a:off x="2767472" y="5068296"/>
            <a:ext cx="2195887" cy="1086813"/>
          </a:xfrm>
          <a:prstGeom prst="roundRect">
            <a:avLst>
              <a:gd name="adj" fmla="val 320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子问题</a:t>
            </a:r>
            <a:r>
              <a:rPr lang="en-US" altLang="zh-CN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endParaRPr lang="zh-CN" altLang="en-US" sz="3718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E08B8E70-A76E-4B07-A26E-4BC1C0B8285E}"/>
              </a:ext>
            </a:extLst>
          </p:cNvPr>
          <p:cNvSpPr/>
          <p:nvPr/>
        </p:nvSpPr>
        <p:spPr>
          <a:xfrm>
            <a:off x="2963086" y="7426335"/>
            <a:ext cx="5139156" cy="1781393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是否收敛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C57E56D-FBCD-4032-8DA4-7036DF2AD5F5}"/>
              </a:ext>
            </a:extLst>
          </p:cNvPr>
          <p:cNvSpPr/>
          <p:nvPr/>
        </p:nvSpPr>
        <p:spPr>
          <a:xfrm>
            <a:off x="2576992" y="10266867"/>
            <a:ext cx="6013474" cy="1044402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718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结束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6624F7A-AF3A-49A3-AABA-4689082BF8BE}"/>
              </a:ext>
            </a:extLst>
          </p:cNvPr>
          <p:cNvCxnSpPr>
            <a:cxnSpLocks/>
          </p:cNvCxnSpPr>
          <p:nvPr/>
        </p:nvCxnSpPr>
        <p:spPr>
          <a:xfrm>
            <a:off x="5561089" y="3722423"/>
            <a:ext cx="2003" cy="1043095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CDF7F0F-3BC0-4B9F-8DBF-C3966D4C224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563094" y="1841599"/>
            <a:ext cx="0" cy="91071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2E4FC65-811F-47A6-A8E7-8D6A11F00972}"/>
              </a:ext>
            </a:extLst>
          </p:cNvPr>
          <p:cNvCxnSpPr>
            <a:cxnSpLocks/>
            <a:stCxn id="37" idx="2"/>
            <a:endCxn id="13" idx="0"/>
          </p:cNvCxnSpPr>
          <p:nvPr/>
        </p:nvCxnSpPr>
        <p:spPr>
          <a:xfrm flipH="1">
            <a:off x="5532664" y="6435076"/>
            <a:ext cx="9566" cy="991259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6FE4C3C-F834-438F-B7C1-F19DEE206417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532664" y="9207728"/>
            <a:ext cx="1" cy="108315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A3083-118A-42E5-8CE6-4033D41B27BA}"/>
              </a:ext>
            </a:extLst>
          </p:cNvPr>
          <p:cNvSpPr txBox="1"/>
          <p:nvPr/>
        </p:nvSpPr>
        <p:spPr>
          <a:xfrm>
            <a:off x="6199260" y="9331898"/>
            <a:ext cx="919506" cy="664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8" dirty="0">
                <a:latin typeface="仿宋" panose="02010609060101010101" pitchFamily="49" charset="-122"/>
                <a:ea typeface="仿宋" panose="02010609060101010101" pitchFamily="49" charset="-122"/>
              </a:rPr>
              <a:t>是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CF07207-4670-4B65-8EC3-C28F9B390A7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084807" y="8317032"/>
            <a:ext cx="1878279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7DAD080-DECB-478C-9E9C-A7C63784FCA3}"/>
              </a:ext>
            </a:extLst>
          </p:cNvPr>
          <p:cNvCxnSpPr>
            <a:cxnSpLocks/>
          </p:cNvCxnSpPr>
          <p:nvPr/>
        </p:nvCxnSpPr>
        <p:spPr>
          <a:xfrm flipV="1">
            <a:off x="1084807" y="5600760"/>
            <a:ext cx="8127" cy="2716271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F26456A-BD85-4092-B36E-9A2D3446D01B}"/>
              </a:ext>
            </a:extLst>
          </p:cNvPr>
          <p:cNvCxnSpPr>
            <a:cxnSpLocks/>
          </p:cNvCxnSpPr>
          <p:nvPr/>
        </p:nvCxnSpPr>
        <p:spPr>
          <a:xfrm>
            <a:off x="1092934" y="5600296"/>
            <a:ext cx="1484058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A4E9CCB-7BE3-4A74-A7DC-9D2EF1A413C6}"/>
              </a:ext>
            </a:extLst>
          </p:cNvPr>
          <p:cNvSpPr txBox="1"/>
          <p:nvPr/>
        </p:nvSpPr>
        <p:spPr>
          <a:xfrm>
            <a:off x="1524593" y="8563375"/>
            <a:ext cx="919506" cy="664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8" dirty="0">
                <a:latin typeface="仿宋" panose="02010609060101010101" pitchFamily="49" charset="-122"/>
                <a:ea typeface="仿宋" panose="02010609060101010101" pitchFamily="49" charset="-122"/>
              </a:rPr>
              <a:t>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C0EB2E33-C467-43C7-981D-B06B82CE3E62}"/>
                  </a:ext>
                </a:extLst>
              </p:cNvPr>
              <p:cNvSpPr/>
              <p:nvPr/>
            </p:nvSpPr>
            <p:spPr>
              <a:xfrm>
                <a:off x="6178300" y="5077772"/>
                <a:ext cx="2195887" cy="1086813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718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子问题</a:t>
                </a:r>
                <a14:m>
                  <m:oMath xmlns:m="http://schemas.openxmlformats.org/officeDocument/2006/math">
                    <m:r>
                      <a:rPr lang="en-US" altLang="zh-CN" sz="3718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</m:oMath>
                </a14:m>
                <a:endParaRPr lang="zh-CN" altLang="en-US" sz="3718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C0EB2E33-C467-43C7-981D-B06B82CE3E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300" y="5077772"/>
                <a:ext cx="2195887" cy="1086813"/>
              </a:xfrm>
              <a:prstGeom prst="roundRect">
                <a:avLst>
                  <a:gd name="adj" fmla="val 0"/>
                </a:avLst>
              </a:prstGeom>
              <a:blipFill>
                <a:blip r:embed="rId4"/>
                <a:stretch>
                  <a:fillRect l="-2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16800E5-556F-4F5F-B6C5-D41395F209C6}"/>
                  </a:ext>
                </a:extLst>
              </p:cNvPr>
              <p:cNvSpPr/>
              <p:nvPr/>
            </p:nvSpPr>
            <p:spPr>
              <a:xfrm>
                <a:off x="11252430" y="3076168"/>
                <a:ext cx="5571760" cy="1351359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固定辅助变量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718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718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𝚵</m:t>
                            </m:r>
                          </m:e>
                          <m:sub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</m:sup>
                        </m:sSubSup>
                      </m:e>
                    </m:d>
                    <m:r>
                      <a:rPr lang="en-US" altLang="zh-CN" sz="3718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718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718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3718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16800E5-556F-4F5F-B6C5-D41395F20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2430" y="3076168"/>
                <a:ext cx="5571760" cy="1351359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7F7D774B-5F59-4C4A-9DA9-D6EE67EC63D1}"/>
              </a:ext>
            </a:extLst>
          </p:cNvPr>
          <p:cNvSpPr/>
          <p:nvPr/>
        </p:nvSpPr>
        <p:spPr>
          <a:xfrm>
            <a:off x="9988651" y="1016226"/>
            <a:ext cx="14564734" cy="10295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718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07A800F-B941-4F62-8F5C-29718955AA24}"/>
                  </a:ext>
                </a:extLst>
              </p:cNvPr>
              <p:cNvSpPr txBox="1"/>
              <p:nvPr/>
            </p:nvSpPr>
            <p:spPr>
              <a:xfrm>
                <a:off x="11325905" y="1925352"/>
                <a:ext cx="5266102" cy="6192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307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307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7" i="1">
                            <a:latin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a:rPr lang="en-US" altLang="zh-CN" sz="3307" i="1">
                            <a:latin typeface="Cambria Math" panose="02040503050406030204" pitchFamily="18" charset="0"/>
                          </a:rPr>
                          <m:t>𝓁</m:t>
                        </m:r>
                        <m:r>
                          <a:rPr lang="en-US" altLang="zh-CN" sz="3307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zh-CN" altLang="en-US" sz="3307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07A800F-B941-4F62-8F5C-29718955A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5905" y="1925352"/>
                <a:ext cx="5266102" cy="619208"/>
              </a:xfrm>
              <a:prstGeom prst="rect">
                <a:avLst/>
              </a:prstGeom>
              <a:blipFill>
                <a:blip r:embed="rId6"/>
                <a:stretch>
                  <a:fillRect t="-16832" b="-27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2AD59ED-5FD2-426E-B8B1-2AD0B04C7471}"/>
                  </a:ext>
                </a:extLst>
              </p:cNvPr>
              <p:cNvSpPr txBox="1"/>
              <p:nvPr/>
            </p:nvSpPr>
            <p:spPr>
              <a:xfrm>
                <a:off x="17674381" y="1882470"/>
                <a:ext cx="6703523" cy="682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307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求解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30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307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307" b="1" i="1">
                                <a:latin typeface="Cambria Math" panose="02040503050406030204" pitchFamily="18" charset="0"/>
                              </a:rPr>
                              <m:t>𝚵</m:t>
                            </m:r>
                          </m:e>
                          <m:sub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3307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r>
                      <a:rPr lang="en-US" altLang="zh-CN" sz="3307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307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3307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307" b="1" i="1">
                                <a:latin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3307" i="1"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3307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</m:oMath>
                </a14:m>
                <a:endParaRPr lang="zh-CN" altLang="en-US" sz="3307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02AD59ED-5FD2-426E-B8B1-2AD0B04C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4381" y="1882470"/>
                <a:ext cx="6703523" cy="682495"/>
              </a:xfrm>
              <a:prstGeom prst="rect">
                <a:avLst/>
              </a:prstGeom>
              <a:blipFill>
                <a:blip r:embed="rId7"/>
                <a:stretch>
                  <a:fillRect t="-10714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9259BF1-F4AC-4CCD-B8B6-17B4F00C2C70}"/>
                  </a:ext>
                </a:extLst>
              </p:cNvPr>
              <p:cNvSpPr/>
              <p:nvPr/>
            </p:nvSpPr>
            <p:spPr>
              <a:xfrm>
                <a:off x="11273199" y="6651259"/>
                <a:ext cx="5550991" cy="2476577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68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基于一阶泰勒展开的</a:t>
                </a:r>
                <a:r>
                  <a:rPr lang="en-US" altLang="zh-CN" sz="3307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  <a:cs typeface="Times New Roman" panose="02020603050405020304" pitchFamily="18" charset="0"/>
                  </a:rPr>
                  <a:t>SCA</a:t>
                </a:r>
                <a:endParaRPr lang="zh-CN" altLang="en-US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68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得到波束赋形集合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a:rPr lang="en-US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𝓁</m:t>
                        </m:r>
                        <m:r>
                          <a:rPr lang="en-US" altLang="zh-CN" sz="2894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CN" sz="3718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68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站间交互所求得解</a:t>
                </a:r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C9259BF1-F4AC-4CCD-B8B6-17B4F00C2C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3199" y="6651259"/>
                <a:ext cx="5550991" cy="2476577"/>
              </a:xfrm>
              <a:prstGeom prst="roundRect">
                <a:avLst>
                  <a:gd name="adj" fmla="val 0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304A5297-7FA3-44D1-9FD3-A8328F46E3FF}"/>
                  </a:ext>
                </a:extLst>
              </p:cNvPr>
              <p:cNvSpPr/>
              <p:nvPr/>
            </p:nvSpPr>
            <p:spPr>
              <a:xfrm>
                <a:off x="18247333" y="3031373"/>
                <a:ext cx="5713679" cy="1377270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固定波束赋形变量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30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𝒳</m:t>
                        </m:r>
                      </m:e>
                      <m:sup>
                        <m:r>
                          <a:rPr lang="en-US" altLang="zh-CN" sz="330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𝓁</m:t>
                        </m:r>
                        <m:r>
                          <a:rPr lang="en-US" altLang="zh-CN" sz="3307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304A5297-7FA3-44D1-9FD3-A8328F46E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7333" y="3031373"/>
                <a:ext cx="5713679" cy="1377270"/>
              </a:xfrm>
              <a:prstGeom prst="roundRect">
                <a:avLst>
                  <a:gd name="adj" fmla="val 0"/>
                </a:avLst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A3D4E2F-9972-4C45-AC58-C6CC278DAFC6}"/>
              </a:ext>
            </a:extLst>
          </p:cNvPr>
          <p:cNvCxnSpPr>
            <a:cxnSpLocks/>
            <a:stCxn id="40" idx="2"/>
            <a:endCxn id="45" idx="0"/>
          </p:cNvCxnSpPr>
          <p:nvPr/>
        </p:nvCxnSpPr>
        <p:spPr>
          <a:xfrm>
            <a:off x="14038311" y="4427526"/>
            <a:ext cx="10384" cy="222373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2CEEDD9-0F81-4B37-8933-DCCAEA5ECDDD}"/>
              </a:ext>
            </a:extLst>
          </p:cNvPr>
          <p:cNvCxnSpPr>
            <a:cxnSpLocks/>
            <a:endCxn id="145" idx="2"/>
          </p:cNvCxnSpPr>
          <p:nvPr/>
        </p:nvCxnSpPr>
        <p:spPr>
          <a:xfrm flipV="1">
            <a:off x="21124544" y="9127836"/>
            <a:ext cx="0" cy="1424133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6EFCBF3-8580-4082-B9B7-FD364834BC83}"/>
              </a:ext>
            </a:extLst>
          </p:cNvPr>
          <p:cNvCxnSpPr>
            <a:cxnSpLocks/>
          </p:cNvCxnSpPr>
          <p:nvPr/>
        </p:nvCxnSpPr>
        <p:spPr>
          <a:xfrm flipH="1" flipV="1">
            <a:off x="13958956" y="10572187"/>
            <a:ext cx="7165588" cy="1"/>
          </a:xfrm>
          <a:prstGeom prst="straightConnector1">
            <a:avLst/>
          </a:prstGeom>
          <a:ln w="15875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F2FB828-5165-44B2-A86A-93395831B6F6}"/>
              </a:ext>
            </a:extLst>
          </p:cNvPr>
          <p:cNvCxnSpPr>
            <a:cxnSpLocks/>
          </p:cNvCxnSpPr>
          <p:nvPr/>
        </p:nvCxnSpPr>
        <p:spPr>
          <a:xfrm flipV="1">
            <a:off x="16821346" y="8033233"/>
            <a:ext cx="776790" cy="4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905AD684-738F-45C7-ACF4-89F9FB6495BC}"/>
              </a:ext>
            </a:extLst>
          </p:cNvPr>
          <p:cNvCxnSpPr>
            <a:cxnSpLocks/>
          </p:cNvCxnSpPr>
          <p:nvPr/>
        </p:nvCxnSpPr>
        <p:spPr>
          <a:xfrm flipV="1">
            <a:off x="17598136" y="3720007"/>
            <a:ext cx="0" cy="4313228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DCA9196-997B-4BAD-99FD-052CBB7BF4F7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17598136" y="3720007"/>
            <a:ext cx="649197" cy="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355EADE-A7FB-4142-A937-95576644640A}"/>
              </a:ext>
            </a:extLst>
          </p:cNvPr>
          <p:cNvCxnSpPr>
            <a:cxnSpLocks/>
          </p:cNvCxnSpPr>
          <p:nvPr/>
        </p:nvCxnSpPr>
        <p:spPr>
          <a:xfrm>
            <a:off x="10522236" y="10568907"/>
            <a:ext cx="3551048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7AB44D12-1193-4A7D-A6F1-750C4B723423}"/>
              </a:ext>
            </a:extLst>
          </p:cNvPr>
          <p:cNvCxnSpPr>
            <a:cxnSpLocks/>
          </p:cNvCxnSpPr>
          <p:nvPr/>
        </p:nvCxnSpPr>
        <p:spPr>
          <a:xfrm flipH="1" flipV="1">
            <a:off x="10507638" y="3751847"/>
            <a:ext cx="14598" cy="681706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8B9558D-3FC9-44CC-B87E-5B8C7FC0C8A8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0512758" y="3751848"/>
            <a:ext cx="73967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2F0E3D2C-7955-420C-AF34-DAACEC36D21E}"/>
              </a:ext>
            </a:extLst>
          </p:cNvPr>
          <p:cNvSpPr txBox="1"/>
          <p:nvPr/>
        </p:nvSpPr>
        <p:spPr>
          <a:xfrm>
            <a:off x="4976564" y="5049611"/>
            <a:ext cx="954108" cy="728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134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. .</a:t>
            </a:r>
            <a:endParaRPr lang="zh-CN" altLang="en-US" sz="4134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5E8C6CD7-DA2A-428A-AEDA-105961F7E0B4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8528105" y="1016225"/>
            <a:ext cx="1460543" cy="458407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8F90B4BF-C440-4A95-85B0-71298DDCE2F3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8528105" y="5600297"/>
            <a:ext cx="1460545" cy="5710972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D5497C0F-3AC7-4778-844B-32B44500BBE0}"/>
                  </a:ext>
                </a:extLst>
              </p:cNvPr>
              <p:cNvSpPr txBox="1"/>
              <p:nvPr/>
            </p:nvSpPr>
            <p:spPr>
              <a:xfrm>
                <a:off x="16888949" y="8138797"/>
                <a:ext cx="1196999" cy="6012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307" i="1" kern="100">
                          <a:latin typeface="Cambria Math" panose="02040503050406030204" pitchFamily="18" charset="0"/>
                          <a:ea typeface="仿宋" panose="02010609060101010101" pitchFamily="49" charset="-122"/>
                          <a:cs typeface="Times New Roman" panose="02020603050405020304" pitchFamily="18" charset="0"/>
                        </a:rPr>
                        <m:t>𝒳</m:t>
                      </m:r>
                    </m:oMath>
                  </m:oMathPara>
                </a14:m>
                <a:endParaRPr lang="zh-CN" altLang="en-US" sz="3307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D5497C0F-3AC7-4778-844B-32B44500B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8949" y="8138797"/>
                <a:ext cx="1196999" cy="6012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矩形: 圆角 144">
                <a:extLst>
                  <a:ext uri="{FF2B5EF4-FFF2-40B4-BE49-F238E27FC236}">
                    <a16:creationId xmlns:a16="http://schemas.microsoft.com/office/drawing/2014/main" id="{28EAE3D2-B801-4D35-BDA4-CD5B63F3117D}"/>
                  </a:ext>
                </a:extLst>
              </p:cNvPr>
              <p:cNvSpPr/>
              <p:nvPr/>
            </p:nvSpPr>
            <p:spPr>
              <a:xfrm>
                <a:off x="18267705" y="6628281"/>
                <a:ext cx="5713677" cy="2499555"/>
              </a:xfrm>
              <a:prstGeom prst="roundRect">
                <a:avLst>
                  <a:gd name="adj" fmla="val 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32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更新辅助变量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𝚵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r>
                      <a:rPr lang="en-US" altLang="zh-CN" sz="2894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894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𝚪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32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更新乘子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94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𝚿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  <m:r>
                      <a:rPr lang="en-US" altLang="zh-CN" sz="2894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94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CN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94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𝚼</m:t>
                            </m:r>
                          </m:e>
                          <m:sub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zh-CN" sz="2894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𝓁</m:t>
                            </m:r>
                            <m:r>
                              <a:rPr lang="en-US" altLang="zh-CN" sz="2894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marL="432000" indent="-2232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307" dirty="0">
                    <a:solidFill>
                      <a:schemeClr val="tx1"/>
                    </a:solidFill>
                    <a:latin typeface="仿宋" panose="02010609060101010101" pitchFamily="49" charset="-122"/>
                    <a:ea typeface="仿宋" panose="02010609060101010101" pitchFamily="49" charset="-122"/>
                  </a:rPr>
                  <a:t>站间交互所求得解</a:t>
                </a:r>
                <a:endParaRPr lang="en-US" altLang="zh-CN" sz="3307" dirty="0">
                  <a:solidFill>
                    <a:schemeClr val="tx1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5" name="矩形: 圆角 144">
                <a:extLst>
                  <a:ext uri="{FF2B5EF4-FFF2-40B4-BE49-F238E27FC236}">
                    <a16:creationId xmlns:a16="http://schemas.microsoft.com/office/drawing/2014/main" id="{28EAE3D2-B801-4D35-BDA4-CD5B63F31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67705" y="6628281"/>
                <a:ext cx="5713677" cy="2499555"/>
              </a:xfrm>
              <a:prstGeom prst="roundRect">
                <a:avLst>
                  <a:gd name="adj" fmla="val 0"/>
                </a:avLst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1F63CBB1-1FFC-461A-8958-7C8224E35E51}"/>
              </a:ext>
            </a:extLst>
          </p:cNvPr>
          <p:cNvCxnSpPr>
            <a:cxnSpLocks/>
            <a:stCxn id="47" idx="2"/>
            <a:endCxn id="145" idx="0"/>
          </p:cNvCxnSpPr>
          <p:nvPr/>
        </p:nvCxnSpPr>
        <p:spPr>
          <a:xfrm>
            <a:off x="21104174" y="4408643"/>
            <a:ext cx="20370" cy="2219638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0479957-2A50-4662-829E-1F7335E359BE}"/>
                  </a:ext>
                </a:extLst>
              </p:cNvPr>
              <p:cNvSpPr txBox="1"/>
              <p:nvPr/>
            </p:nvSpPr>
            <p:spPr>
              <a:xfrm>
                <a:off x="9968015" y="1046244"/>
                <a:ext cx="1770394" cy="6617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37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基站</a:t>
                </a:r>
                <a14:m>
                  <m:oMath xmlns:m="http://schemas.openxmlformats.org/officeDocument/2006/math">
                    <m:r>
                      <a:rPr lang="en-US" altLang="zh-CN" sz="37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𝑏</m:t>
                    </m:r>
                  </m:oMath>
                </a14:m>
                <a:endParaRPr lang="zh-CN" altLang="en-US" sz="37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0479957-2A50-4662-829E-1F7335E35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015" y="1046244"/>
                <a:ext cx="1770394" cy="661720"/>
              </a:xfrm>
              <a:prstGeom prst="rect">
                <a:avLst/>
              </a:prstGeom>
              <a:blipFill>
                <a:blip r:embed="rId12"/>
                <a:stretch>
                  <a:fillRect t="-17593" b="-32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042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16006,3313578]}"/>
  <p:tag name="COMMONDATA" val="eyJoZGlkIjoiZWVkYzVjMzdiYzk3MDE0Yzc2ZmU3M2M0ZGJhMzVlOG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13502</TotalTime>
  <Words>78</Words>
  <Application>Microsoft Office PowerPoint</Application>
  <PresentationFormat>自定义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仿宋</vt:lpstr>
      <vt:lpstr>微软雅黑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HZY</dc:creator>
  <cp:lastModifiedBy>文豪 胡</cp:lastModifiedBy>
  <cp:revision>364</cp:revision>
  <dcterms:created xsi:type="dcterms:W3CDTF">2019-06-19T02:08:00Z</dcterms:created>
  <dcterms:modified xsi:type="dcterms:W3CDTF">2026-05-11T07:37:58Z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3E6CB3B3A5AE430BB38B422DAA94DB70_11</vt:lpwstr>
  </property>
</Properties>
</file>